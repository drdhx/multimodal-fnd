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Text
(DistilBERT)</c:v>
                  </c:pt>
                  <c:pt idx="1">
                    <c:v>Image
(EfficientNetV2S)</c:v>
                  </c:pt>
                  <c:pt idx="2">
                    <c:v>Metadata
(Grad Boost)</c:v>
                  </c:pt>
                  <c:pt idx="3">
                    <c:v>Multimodal
Fusion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</c:v>
                </c:pt>
                <c:pt idx="1">
                  <c:v>0.88</c:v>
                </c:pt>
                <c:pt idx="2">
                  <c:v>0.78</c:v>
                </c:pt>
                <c:pt idx="3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Text
(DistilBERT)</c:v>
                  </c:pt>
                  <c:pt idx="1">
                    <c:v>Image
(EfficientNetV2S)</c:v>
                  </c:pt>
                  <c:pt idx="2">
                    <c:v>Metadata
(Grad Boost)</c:v>
                  </c:pt>
                  <c:pt idx="3">
                    <c:v>Multimodal
Fusion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0.65</c:v>
                </c:pt>
                <c:pt idx="1">
                  <c:v>0.8798</c:v>
                </c:pt>
                <c:pt idx="2">
                  <c:v>0.7796</c:v>
                </c:pt>
                <c:pt idx="3">
                  <c:v>0.8998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Text
(DistilBERT)</c:v>
                  </c:pt>
                  <c:pt idx="1">
                    <c:v>Image
(EfficientNetV2S)</c:v>
                  </c:pt>
                  <c:pt idx="2">
                    <c:v>Metadata
(Grad Boost)</c:v>
                  </c:pt>
                  <c:pt idx="3">
                    <c:v>Multimodal
Fusion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0.7324</c:v>
                </c:pt>
                <c:pt idx="1">
                  <c:v>0.9722</c:v>
                </c:pt>
                <c:pt idx="2">
                  <c:v>0.8796</c:v>
                </c:pt>
                <c:pt idx="3">
                  <c:v>0.9688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Fake News Detection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 ×  EfficientNetV2S  ×  Gradient Boosting  →  Gated Fusion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3108960" cy="384048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Fakeddit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155448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samples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3291840"/>
            <a:ext cx="155448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9456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samples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0" y="3291840"/>
            <a:ext cx="155448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192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3291840"/>
            <a:ext cx="155448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291840"/>
            <a:ext cx="1554480" cy="118872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06640" y="3931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dhanushd1812@gmail.com  |  github.com/Drdhx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8346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Fake News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fake news posts spread daily across Reddit, Twitter, and Facebook — manual detection is impossible at this 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8346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51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Limitation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or image-only models miss cross-modal signals. A post's image and metadata can contradict or confirm its headline.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14400"/>
            <a:ext cx="28346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51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three modalities — text (DistilBERT), image (EfficientNetV2S), metadata (Gradient Boosting) — via Gated Cross-Modal Attention.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Multimodal Fake News Detection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Fakeddit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Fakeddit Dataset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Nakamura et al. (2020) — r/Fakeddit: A New Multimodal Benchmark Dataset for Fake News Detection
</a:t>
            </a:r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posts with headlines, images, metadata and fine-grained labels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4572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03520" y="868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0" y="12801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clean_title — post headline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— Reddit upvote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num_comments — engagement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upvote_ratio — credibility signal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subreddit — community source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hasImage — image availability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image_url — thumbnail link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2_way_label — Real / Fake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291840"/>
            <a:ext cx="4572000" cy="1737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Multimodal Fake News Detection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85953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Multimodal Fake News Detection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77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896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Encoder — DistilBERT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Tokenizes post headlines using WordPiece (max_len=128). Extracts [CLS] token → LayerNorm → Dropout(0.3) → Linear → GELU → dim 256.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743200"/>
            <a:ext cx="3977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743200"/>
            <a:ext cx="502920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8163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 — EfficientNetV2S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20040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pretrained backbone. Global average pooling → 1280 features → LayerNorm → Dropout → Linear → GELU → dim 256.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3977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22960"/>
            <a:ext cx="502920" cy="1691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896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Encoder — Gradient Boosting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28016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score, comments, ratio, title_len, uppercase, subreddit_freq. n=100 estimators, lr=0.05, max_depth=3, subsample=0.8.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3977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43200"/>
            <a:ext cx="502920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8163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Cross-Modal Fusion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20040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Softmax(W·[t,v,m]) — learns Text:44%, Image:44%, Meta:12% weights. Weighted sum → LayerNorm → dim 256 → Classifier Head.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Multimodal Fake News Detection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— 10 Epochs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859536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decreases smoothly — no signs of instability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tracks training closely — well regularised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checkpoint saved at epoch with peak Val F1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Multimodal Fake News Detection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100584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822960"/>
            <a:ext cx="2011680" cy="10058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8412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7168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0016" y="822960"/>
            <a:ext cx="2011680" cy="1005840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8412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0016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12864" y="822960"/>
            <a:ext cx="2011680" cy="100584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2864" y="8412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2864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920240"/>
            <a:ext cx="5669280" cy="30175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12648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Metrics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286000"/>
          <a:ext cx="2743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85800"/>
                <a:gridCol w="68580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12648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Gate Weights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840480"/>
          <a:ext cx="2743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(DistilBERT)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(EfficientNetV2S)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(GB)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Multimodal Fake News Detection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Stream Comparison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 consistently outperforms any single modality across all metrics.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Multimodal Fake News Detection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0525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discover water on Mars confirming life possibility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0.812  |  Fake: 0.188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766560" y="960120"/>
            <a:ext cx="1097280" cy="50292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960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12161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81.2%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859536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673352"/>
            <a:ext cx="64008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0992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signs new infrastructure bill worth $1 trillion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0.881  |  Fake: 0.119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66560" y="1764792"/>
            <a:ext cx="1097280" cy="50292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7647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2020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88.1%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78024"/>
            <a:ext cx="859536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478024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1460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BREAKING: 5G towers secretly control your thoughts, experts warn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2862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0.026  |  Fake: 0.974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2569464"/>
            <a:ext cx="1097280" cy="50292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5694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825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97.4%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282696"/>
            <a:ext cx="859536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82696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1927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hiding alien technology in secret underground base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6667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0.082  |  Fake: 0.918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66560" y="3374136"/>
            <a:ext cx="1097280" cy="502920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3741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3630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91.8%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087368"/>
            <a:ext cx="859536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087368"/>
            <a:ext cx="64008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2394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hero saves dog from burning building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471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0.765  |  Fake: 0.235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66560" y="4178808"/>
            <a:ext cx="1097280" cy="50292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788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4434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76.5%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Multimodal Fake News Detection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 achieves 90% accuracy — outperforms any single modality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attention learns optimal modality weights: Text 44%, Image 44%, Meta 12%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of 0.969 confirms strong discriminative power across all thresholds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captures semantic intent; EfficientNetV2S detects visual manipulation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full Fakeddit 600K dataset with GPU training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video and audio modalities for richer signals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real-time browser extension for fact-checking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cross-lingual fake news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Result: 90% Accuracy  |  F1 0.90  |  AUC 0.97  on Fakeddit Test Set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D  |  dhanushd1812@gmail.com  |  github.com/Drdhx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Fake News Detection</dc:title>
  <dc:subject>PptxGenJS Presentation</dc:subject>
  <dc:creator>Dhanush D</dc:creator>
  <cp:lastModifiedBy>Dhanush D</cp:lastModifiedBy>
  <cp:revision>1</cp:revision>
  <dcterms:created xsi:type="dcterms:W3CDTF">2026-03-19T12:28:09Z</dcterms:created>
  <dcterms:modified xsi:type="dcterms:W3CDTF">2026-03-19T12:28:09Z</dcterms:modified>
</cp:coreProperties>
</file>